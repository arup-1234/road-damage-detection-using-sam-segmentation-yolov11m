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6" r:id="rId11"/>
    <p:sldId id="267" r:id="rId12"/>
    <p:sldId id="271" r:id="rId13"/>
    <p:sldId id="270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CE07B-24CB-4016-A76D-70601B589FC9}" v="67" dt="2025-11-05T06:39:01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BAJEET MUDULI" userId="7eed60c3a6f6af90" providerId="LiveId" clId="{417759AB-1B9C-467F-8A71-20952C3DE41D}"/>
    <pc:docChg chg="undo custSel addSld delSld modSld">
      <pc:chgData name="SARBAJEET MUDULI" userId="7eed60c3a6f6af90" providerId="LiveId" clId="{417759AB-1B9C-467F-8A71-20952C3DE41D}" dt="2025-11-05T06:40:10.766" v="819" actId="1076"/>
      <pc:docMkLst>
        <pc:docMk/>
      </pc:docMkLst>
      <pc:sldChg chg="addSp delSp modSp mod">
        <pc:chgData name="SARBAJEET MUDULI" userId="7eed60c3a6f6af90" providerId="LiveId" clId="{417759AB-1B9C-467F-8A71-20952C3DE41D}" dt="2025-11-05T04:49:56.890" v="394" actId="12"/>
        <pc:sldMkLst>
          <pc:docMk/>
          <pc:sldMk cId="4271205333" sldId="257"/>
        </pc:sldMkLst>
        <pc:spChg chg="add mod">
          <ac:chgData name="SARBAJEET MUDULI" userId="7eed60c3a6f6af90" providerId="LiveId" clId="{417759AB-1B9C-467F-8A71-20952C3DE41D}" dt="2025-11-05T04:49:56.890" v="394" actId="12"/>
          <ac:spMkLst>
            <pc:docMk/>
            <pc:sldMk cId="4271205333" sldId="257"/>
            <ac:spMk id="2" creationId="{D5EE3844-B70F-AC29-CC58-8FA1BEC06F69}"/>
          </ac:spMkLst>
        </pc:spChg>
        <pc:spChg chg="add mod">
          <ac:chgData name="SARBAJEET MUDULI" userId="7eed60c3a6f6af90" providerId="LiveId" clId="{417759AB-1B9C-467F-8A71-20952C3DE41D}" dt="2025-11-05T04:48:36.511" v="381" actId="115"/>
          <ac:spMkLst>
            <pc:docMk/>
            <pc:sldMk cId="4271205333" sldId="257"/>
            <ac:spMk id="3" creationId="{A5B522E9-87F4-2B8C-AA76-9724715EDF2F}"/>
          </ac:spMkLst>
        </pc:spChg>
        <pc:graphicFrameChg chg="del mod modGraphic">
          <ac:chgData name="SARBAJEET MUDULI" userId="7eed60c3a6f6af90" providerId="LiveId" clId="{417759AB-1B9C-467F-8A71-20952C3DE41D}" dt="2025-11-05T04:42:34.630" v="185" actId="478"/>
          <ac:graphicFrameMkLst>
            <pc:docMk/>
            <pc:sldMk cId="4271205333" sldId="257"/>
            <ac:graphicFrameMk id="12" creationId="{00000000-0000-0000-0000-000000000000}"/>
          </ac:graphicFrameMkLst>
        </pc:graphicFrameChg>
      </pc:sldChg>
      <pc:sldChg chg="addSp modSp mod">
        <pc:chgData name="SARBAJEET MUDULI" userId="7eed60c3a6f6af90" providerId="LiveId" clId="{417759AB-1B9C-467F-8A71-20952C3DE41D}" dt="2025-11-05T05:03:08.727" v="512" actId="1076"/>
        <pc:sldMkLst>
          <pc:docMk/>
          <pc:sldMk cId="1366499187" sldId="259"/>
        </pc:sldMkLst>
        <pc:spChg chg="add mod">
          <ac:chgData name="SARBAJEET MUDULI" userId="7eed60c3a6f6af90" providerId="LiveId" clId="{417759AB-1B9C-467F-8A71-20952C3DE41D}" dt="2025-11-05T05:03:08.529" v="511" actId="1076"/>
          <ac:spMkLst>
            <pc:docMk/>
            <pc:sldMk cId="1366499187" sldId="259"/>
            <ac:spMk id="2" creationId="{18380867-D05A-1D2D-34A5-596698F51DA9}"/>
          </ac:spMkLst>
        </pc:spChg>
        <pc:spChg chg="mod">
          <ac:chgData name="SARBAJEET MUDULI" userId="7eed60c3a6f6af90" providerId="LiveId" clId="{417759AB-1B9C-467F-8A71-20952C3DE41D}" dt="2025-11-05T05:03:08.727" v="512" actId="1076"/>
          <ac:spMkLst>
            <pc:docMk/>
            <pc:sldMk cId="1366499187" sldId="259"/>
            <ac:spMk id="3" creationId="{00000000-0000-0000-0000-000000000000}"/>
          </ac:spMkLst>
        </pc:spChg>
        <pc:spChg chg="mod">
          <ac:chgData name="SARBAJEET MUDULI" userId="7eed60c3a6f6af90" providerId="LiveId" clId="{417759AB-1B9C-467F-8A71-20952C3DE41D}" dt="2025-11-05T04:57:25.772" v="491" actId="115"/>
          <ac:spMkLst>
            <pc:docMk/>
            <pc:sldMk cId="1366499187" sldId="259"/>
            <ac:spMk id="5" creationId="{00000000-0000-0000-0000-000000000000}"/>
          </ac:spMkLst>
        </pc:spChg>
      </pc:sldChg>
      <pc:sldChg chg="addSp delSp modSp mod">
        <pc:chgData name="SARBAJEET MUDULI" userId="7eed60c3a6f6af90" providerId="LiveId" clId="{417759AB-1B9C-467F-8A71-20952C3DE41D}" dt="2025-11-05T05:07:21.445" v="618" actId="115"/>
        <pc:sldMkLst>
          <pc:docMk/>
          <pc:sldMk cId="2256445656" sldId="260"/>
        </pc:sldMkLst>
        <pc:spChg chg="mod">
          <ac:chgData name="SARBAJEET MUDULI" userId="7eed60c3a6f6af90" providerId="LiveId" clId="{417759AB-1B9C-467F-8A71-20952C3DE41D}" dt="2025-11-05T05:07:21.445" v="618" actId="115"/>
          <ac:spMkLst>
            <pc:docMk/>
            <pc:sldMk cId="2256445656" sldId="260"/>
            <ac:spMk id="4" creationId="{00000000-0000-0000-0000-000000000000}"/>
          </ac:spMkLst>
        </pc:spChg>
        <pc:graphicFrameChg chg="add del mod modGraphic">
          <ac:chgData name="SARBAJEET MUDULI" userId="7eed60c3a6f6af90" providerId="LiveId" clId="{417759AB-1B9C-467F-8A71-20952C3DE41D}" dt="2025-11-05T05:07:13.723" v="616" actId="1076"/>
          <ac:graphicFrameMkLst>
            <pc:docMk/>
            <pc:sldMk cId="2256445656" sldId="260"/>
            <ac:graphicFrameMk id="6" creationId="{00000000-0000-0000-0000-000000000000}"/>
          </ac:graphicFrameMkLst>
        </pc:graphicFrameChg>
      </pc:sldChg>
      <pc:sldChg chg="modSp mod">
        <pc:chgData name="SARBAJEET MUDULI" userId="7eed60c3a6f6af90" providerId="LiveId" clId="{417759AB-1B9C-467F-8A71-20952C3DE41D}" dt="2025-11-05T05:12:46.532" v="663" actId="20577"/>
        <pc:sldMkLst>
          <pc:docMk/>
          <pc:sldMk cId="2297485693" sldId="261"/>
        </pc:sldMkLst>
        <pc:spChg chg="mod">
          <ac:chgData name="SARBAJEET MUDULI" userId="7eed60c3a6f6af90" providerId="LiveId" clId="{417759AB-1B9C-467F-8A71-20952C3DE41D}" dt="2025-11-05T05:10:12.011" v="651" actId="1076"/>
          <ac:spMkLst>
            <pc:docMk/>
            <pc:sldMk cId="2297485693" sldId="261"/>
            <ac:spMk id="4" creationId="{00000000-0000-0000-0000-000000000000}"/>
          </ac:spMkLst>
        </pc:spChg>
        <pc:graphicFrameChg chg="mod modGraphic">
          <ac:chgData name="SARBAJEET MUDULI" userId="7eed60c3a6f6af90" providerId="LiveId" clId="{417759AB-1B9C-467F-8A71-20952C3DE41D}" dt="2025-11-05T05:12:46.532" v="663" actId="20577"/>
          <ac:graphicFrameMkLst>
            <pc:docMk/>
            <pc:sldMk cId="2297485693" sldId="261"/>
            <ac:graphicFrameMk id="5" creationId="{00000000-0000-0000-0000-000000000000}"/>
          </ac:graphicFrameMkLst>
        </pc:graphicFrameChg>
      </pc:sldChg>
      <pc:sldChg chg="modSp mod">
        <pc:chgData name="SARBAJEET MUDULI" userId="7eed60c3a6f6af90" providerId="LiveId" clId="{417759AB-1B9C-467F-8A71-20952C3DE41D}" dt="2025-11-05T05:19:55.857" v="702" actId="255"/>
        <pc:sldMkLst>
          <pc:docMk/>
          <pc:sldMk cId="3297156889" sldId="262"/>
        </pc:sldMkLst>
        <pc:spChg chg="mod">
          <ac:chgData name="SARBAJEET MUDULI" userId="7eed60c3a6f6af90" providerId="LiveId" clId="{417759AB-1B9C-467F-8A71-20952C3DE41D}" dt="2025-11-05T05:17:19.241" v="683" actId="1076"/>
          <ac:spMkLst>
            <pc:docMk/>
            <pc:sldMk cId="3297156889" sldId="262"/>
            <ac:spMk id="4" creationId="{00000000-0000-0000-0000-000000000000}"/>
          </ac:spMkLst>
        </pc:spChg>
        <pc:graphicFrameChg chg="mod modGraphic">
          <ac:chgData name="SARBAJEET MUDULI" userId="7eed60c3a6f6af90" providerId="LiveId" clId="{417759AB-1B9C-467F-8A71-20952C3DE41D}" dt="2025-11-05T05:19:55.857" v="702" actId="255"/>
          <ac:graphicFrameMkLst>
            <pc:docMk/>
            <pc:sldMk cId="3297156889" sldId="262"/>
            <ac:graphicFrameMk id="5" creationId="{00000000-0000-0000-0000-000000000000}"/>
          </ac:graphicFrameMkLst>
        </pc:graphicFrameChg>
        <pc:picChg chg="mod">
          <ac:chgData name="SARBAJEET MUDULI" userId="7eed60c3a6f6af90" providerId="LiveId" clId="{417759AB-1B9C-467F-8A71-20952C3DE41D}" dt="2025-11-05T05:17:24.152" v="684" actId="1076"/>
          <ac:picMkLst>
            <pc:docMk/>
            <pc:sldMk cId="3297156889" sldId="262"/>
            <ac:picMk id="6" creationId="{00000000-0000-0000-0000-000000000000}"/>
          </ac:picMkLst>
        </pc:picChg>
      </pc:sldChg>
      <pc:sldChg chg="modSp mod">
        <pc:chgData name="SARBAJEET MUDULI" userId="7eed60c3a6f6af90" providerId="LiveId" clId="{417759AB-1B9C-467F-8A71-20952C3DE41D}" dt="2025-11-05T05:23:16.874" v="723" actId="1076"/>
        <pc:sldMkLst>
          <pc:docMk/>
          <pc:sldMk cId="407458512" sldId="263"/>
        </pc:sldMkLst>
        <pc:spChg chg="mod">
          <ac:chgData name="SARBAJEET MUDULI" userId="7eed60c3a6f6af90" providerId="LiveId" clId="{417759AB-1B9C-467F-8A71-20952C3DE41D}" dt="2025-11-05T05:22:15.468" v="709" actId="122"/>
          <ac:spMkLst>
            <pc:docMk/>
            <pc:sldMk cId="407458512" sldId="263"/>
            <ac:spMk id="4" creationId="{00000000-0000-0000-0000-000000000000}"/>
          </ac:spMkLst>
        </pc:spChg>
        <pc:spChg chg="mod">
          <ac:chgData name="SARBAJEET MUDULI" userId="7eed60c3a6f6af90" providerId="LiveId" clId="{417759AB-1B9C-467F-8A71-20952C3DE41D}" dt="2025-11-05T05:22:21.946" v="710" actId="1076"/>
          <ac:spMkLst>
            <pc:docMk/>
            <pc:sldMk cId="407458512" sldId="263"/>
            <ac:spMk id="10" creationId="{1EC1B6E9-B943-1049-758D-CEFAE70B7C04}"/>
          </ac:spMkLst>
        </pc:spChg>
        <pc:spChg chg="mod">
          <ac:chgData name="SARBAJEET MUDULI" userId="7eed60c3a6f6af90" providerId="LiveId" clId="{417759AB-1B9C-467F-8A71-20952C3DE41D}" dt="2025-11-05T05:22:47.878" v="717" actId="20577"/>
          <ac:spMkLst>
            <pc:docMk/>
            <pc:sldMk cId="407458512" sldId="263"/>
            <ac:spMk id="11" creationId="{F4F7E1EB-22A6-4835-E120-99A6E30E7E4E}"/>
          </ac:spMkLst>
        </pc:spChg>
        <pc:spChg chg="mod">
          <ac:chgData name="SARBAJEET MUDULI" userId="7eed60c3a6f6af90" providerId="LiveId" clId="{417759AB-1B9C-467F-8A71-20952C3DE41D}" dt="2025-11-05T05:22:26.236" v="711" actId="1076"/>
          <ac:spMkLst>
            <pc:docMk/>
            <pc:sldMk cId="407458512" sldId="263"/>
            <ac:spMk id="14" creationId="{AC3ED0EE-86BB-288F-F077-3A2D9BA47147}"/>
          </ac:spMkLst>
        </pc:spChg>
        <pc:picChg chg="mod">
          <ac:chgData name="SARBAJEET MUDULI" userId="7eed60c3a6f6af90" providerId="LiveId" clId="{417759AB-1B9C-467F-8A71-20952C3DE41D}" dt="2025-11-05T05:23:16.874" v="723" actId="1076"/>
          <ac:picMkLst>
            <pc:docMk/>
            <pc:sldMk cId="407458512" sldId="263"/>
            <ac:picMk id="16" creationId="{9E73A91D-66FA-F9D1-DB4B-FA65995737ED}"/>
          </ac:picMkLst>
        </pc:picChg>
      </pc:sldChg>
      <pc:sldChg chg="modSp mod">
        <pc:chgData name="SARBAJEET MUDULI" userId="7eed60c3a6f6af90" providerId="LiveId" clId="{417759AB-1B9C-467F-8A71-20952C3DE41D}" dt="2025-11-05T06:39:27.994" v="813" actId="2711"/>
        <pc:sldMkLst>
          <pc:docMk/>
          <pc:sldMk cId="604661962" sldId="264"/>
        </pc:sldMkLst>
        <pc:spChg chg="mod">
          <ac:chgData name="SARBAJEET MUDULI" userId="7eed60c3a6f6af90" providerId="LiveId" clId="{417759AB-1B9C-467F-8A71-20952C3DE41D}" dt="2025-11-05T06:39:17.101" v="811" actId="115"/>
          <ac:spMkLst>
            <pc:docMk/>
            <pc:sldMk cId="604661962" sldId="264"/>
            <ac:spMk id="4" creationId="{00000000-0000-0000-0000-000000000000}"/>
          </ac:spMkLst>
        </pc:spChg>
        <pc:spChg chg="mod">
          <ac:chgData name="SARBAJEET MUDULI" userId="7eed60c3a6f6af90" providerId="LiveId" clId="{417759AB-1B9C-467F-8A71-20952C3DE41D}" dt="2025-11-05T06:39:27.994" v="813" actId="2711"/>
          <ac:spMkLst>
            <pc:docMk/>
            <pc:sldMk cId="604661962" sldId="264"/>
            <ac:spMk id="5" creationId="{00000000-0000-0000-0000-000000000000}"/>
          </ac:spMkLst>
        </pc:spChg>
      </pc:sldChg>
      <pc:sldChg chg="modSp mod">
        <pc:chgData name="SARBAJEET MUDULI" userId="7eed60c3a6f6af90" providerId="LiveId" clId="{417759AB-1B9C-467F-8A71-20952C3DE41D}" dt="2025-11-05T06:40:10.766" v="819" actId="1076"/>
        <pc:sldMkLst>
          <pc:docMk/>
          <pc:sldMk cId="180286162" sldId="265"/>
        </pc:sldMkLst>
        <pc:spChg chg="mod">
          <ac:chgData name="SARBAJEET MUDULI" userId="7eed60c3a6f6af90" providerId="LiveId" clId="{417759AB-1B9C-467F-8A71-20952C3DE41D}" dt="2025-11-05T06:40:10.766" v="819" actId="1076"/>
          <ac:spMkLst>
            <pc:docMk/>
            <pc:sldMk cId="180286162" sldId="265"/>
            <ac:spMk id="4" creationId="{00000000-0000-0000-0000-000000000000}"/>
          </ac:spMkLst>
        </pc:spChg>
      </pc:sldChg>
      <pc:sldChg chg="modSp mod">
        <pc:chgData name="SARBAJEET MUDULI" userId="7eed60c3a6f6af90" providerId="LiveId" clId="{417759AB-1B9C-467F-8A71-20952C3DE41D}" dt="2025-11-05T06:24:40.005" v="727"/>
        <pc:sldMkLst>
          <pc:docMk/>
          <pc:sldMk cId="95938468" sldId="266"/>
        </pc:sldMkLst>
        <pc:spChg chg="mod">
          <ac:chgData name="SARBAJEET MUDULI" userId="7eed60c3a6f6af90" providerId="LiveId" clId="{417759AB-1B9C-467F-8A71-20952C3DE41D}" dt="2025-11-05T06:24:40.005" v="727"/>
          <ac:spMkLst>
            <pc:docMk/>
            <pc:sldMk cId="95938468" sldId="266"/>
            <ac:spMk id="6" creationId="{00000000-0000-0000-0000-000000000000}"/>
          </ac:spMkLst>
        </pc:spChg>
      </pc:sldChg>
      <pc:sldChg chg="addSp modSp mod">
        <pc:chgData name="SARBAJEET MUDULI" userId="7eed60c3a6f6af90" providerId="LiveId" clId="{417759AB-1B9C-467F-8A71-20952C3DE41D}" dt="2025-11-05T06:31:22.176" v="750" actId="2711"/>
        <pc:sldMkLst>
          <pc:docMk/>
          <pc:sldMk cId="84519090" sldId="267"/>
        </pc:sldMkLst>
        <pc:spChg chg="add mod">
          <ac:chgData name="SARBAJEET MUDULI" userId="7eed60c3a6f6af90" providerId="LiveId" clId="{417759AB-1B9C-467F-8A71-20952C3DE41D}" dt="2025-11-05T06:30:13.240" v="745" actId="1076"/>
          <ac:spMkLst>
            <pc:docMk/>
            <pc:sldMk cId="84519090" sldId="267"/>
            <ac:spMk id="2" creationId="{A52470B0-C5B1-ABE3-FB55-B5BF3BF2A961}"/>
          </ac:spMkLst>
        </pc:spChg>
        <pc:spChg chg="mod">
          <ac:chgData name="SARBAJEET MUDULI" userId="7eed60c3a6f6af90" providerId="LiveId" clId="{417759AB-1B9C-467F-8A71-20952C3DE41D}" dt="2025-11-05T06:29:26.672" v="739" actId="1076"/>
          <ac:spMkLst>
            <pc:docMk/>
            <pc:sldMk cId="84519090" sldId="267"/>
            <ac:spMk id="6" creationId="{E3612D70-A144-4D60-4B99-CD5B79E401EA}"/>
          </ac:spMkLst>
        </pc:spChg>
        <pc:spChg chg="mod">
          <ac:chgData name="SARBAJEET MUDULI" userId="7eed60c3a6f6af90" providerId="LiveId" clId="{417759AB-1B9C-467F-8A71-20952C3DE41D}" dt="2025-11-05T06:31:22.176" v="750" actId="2711"/>
          <ac:spMkLst>
            <pc:docMk/>
            <pc:sldMk cId="84519090" sldId="267"/>
            <ac:spMk id="14" creationId="{DB682DE4-6C33-A424-3436-03D3CDAA7DB4}"/>
          </ac:spMkLst>
        </pc:spChg>
        <pc:picChg chg="mod">
          <ac:chgData name="SARBAJEET MUDULI" userId="7eed60c3a6f6af90" providerId="LiveId" clId="{417759AB-1B9C-467F-8A71-20952C3DE41D}" dt="2025-11-05T06:30:09.154" v="744" actId="1076"/>
          <ac:picMkLst>
            <pc:docMk/>
            <pc:sldMk cId="84519090" sldId="267"/>
            <ac:picMk id="8" creationId="{EDBA0136-0B27-0100-A416-746625D7F020}"/>
          </ac:picMkLst>
        </pc:picChg>
        <pc:picChg chg="mod">
          <ac:chgData name="SARBAJEET MUDULI" userId="7eed60c3a6f6af90" providerId="LiveId" clId="{417759AB-1B9C-467F-8A71-20952C3DE41D}" dt="2025-11-05T06:30:06.232" v="743" actId="1076"/>
          <ac:picMkLst>
            <pc:docMk/>
            <pc:sldMk cId="84519090" sldId="267"/>
            <ac:picMk id="10" creationId="{962D5774-D6F2-2254-DC8E-80593A52BDB4}"/>
          </ac:picMkLst>
        </pc:picChg>
      </pc:sldChg>
      <pc:sldChg chg="del">
        <pc:chgData name="SARBAJEET MUDULI" userId="7eed60c3a6f6af90" providerId="LiveId" clId="{417759AB-1B9C-467F-8A71-20952C3DE41D}" dt="2025-11-05T06:36:44.690" v="794" actId="2696"/>
        <pc:sldMkLst>
          <pc:docMk/>
          <pc:sldMk cId="210550118" sldId="268"/>
        </pc:sldMkLst>
      </pc:sldChg>
      <pc:sldChg chg="addSp modSp new mod">
        <pc:chgData name="SARBAJEET MUDULI" userId="7eed60c3a6f6af90" providerId="LiveId" clId="{417759AB-1B9C-467F-8A71-20952C3DE41D}" dt="2025-11-05T06:36:15.812" v="793" actId="1076"/>
        <pc:sldMkLst>
          <pc:docMk/>
          <pc:sldMk cId="1959124637" sldId="271"/>
        </pc:sldMkLst>
        <pc:spChg chg="add mod">
          <ac:chgData name="SARBAJEET MUDULI" userId="7eed60c3a6f6af90" providerId="LiveId" clId="{417759AB-1B9C-467F-8A71-20952C3DE41D}" dt="2025-11-05T06:36:15.812" v="793" actId="1076"/>
          <ac:spMkLst>
            <pc:docMk/>
            <pc:sldMk cId="1959124637" sldId="271"/>
            <ac:spMk id="4" creationId="{BBFD6A4F-6D53-CC4F-A019-E77AF21FDBEE}"/>
          </ac:spMkLst>
        </pc:spChg>
        <pc:picChg chg="add mod">
          <ac:chgData name="SARBAJEET MUDULI" userId="7eed60c3a6f6af90" providerId="LiveId" clId="{417759AB-1B9C-467F-8A71-20952C3DE41D}" dt="2025-11-05T06:35:52.944" v="788" actId="14100"/>
          <ac:picMkLst>
            <pc:docMk/>
            <pc:sldMk cId="1959124637" sldId="271"/>
            <ac:picMk id="2" creationId="{1DDF6467-083D-CB6B-8DEC-BECF20DE6B00}"/>
          </ac:picMkLst>
        </pc:picChg>
        <pc:picChg chg="add mod">
          <ac:chgData name="SARBAJEET MUDULI" userId="7eed60c3a6f6af90" providerId="LiveId" clId="{417759AB-1B9C-467F-8A71-20952C3DE41D}" dt="2025-11-05T06:36:09.645" v="792" actId="14100"/>
          <ac:picMkLst>
            <pc:docMk/>
            <pc:sldMk cId="1959124637" sldId="271"/>
            <ac:picMk id="3" creationId="{EEE9DC86-C760-104C-FF83-B96825C9AD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41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23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932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49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96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93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26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88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49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64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0399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964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2253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475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17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82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67A64-720A-4B2F-A808-0ADF1B204D4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51542BE-BF2C-4A6C-A58B-5A29F4687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30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  <p:sldLayoutId id="2147484026" r:id="rId13"/>
    <p:sldLayoutId id="2147484027" r:id="rId14"/>
    <p:sldLayoutId id="2147484028" r:id="rId15"/>
    <p:sldLayoutId id="21474840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2981" y="418744"/>
            <a:ext cx="10545673" cy="1324597"/>
          </a:xfrm>
        </p:spPr>
        <p:txBody>
          <a:bodyPr>
            <a:normAutofit fontScale="55000" lnSpcReduction="20000"/>
          </a:bodyPr>
          <a:lstStyle/>
          <a:p>
            <a:r>
              <a:rPr lang="en-GB" sz="2800" b="1" dirty="0"/>
              <a:t>          </a:t>
            </a:r>
            <a:r>
              <a:rPr lang="en-GB" sz="4500" b="1" dirty="0"/>
              <a:t>     	</a:t>
            </a: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Damage Detection Using SAM Segmentation &amp; YOLOv11m</a:t>
            </a:r>
            <a:endParaRPr lang="en-GB" sz="5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		                FOR</a:t>
            </a:r>
          </a:p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	                               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Image Analysis(CUML1022)</a:t>
            </a:r>
          </a:p>
          <a:p>
            <a:endParaRPr lang="en-GB" sz="33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441020" y="2844354"/>
            <a:ext cx="86483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b="1" dirty="0"/>
              <a:t>PRESENTED BY:- </a:t>
            </a:r>
          </a:p>
          <a:p>
            <a:r>
              <a:rPr lang="en-GB" b="1" dirty="0"/>
              <a:t>		Chinmaya Sahu   (230301120220)</a:t>
            </a:r>
          </a:p>
          <a:p>
            <a:r>
              <a:rPr lang="en-GB" b="1" dirty="0"/>
              <a:t>		Arup Pattnaik       (230301120224)</a:t>
            </a:r>
          </a:p>
          <a:p>
            <a:r>
              <a:rPr lang="en-GB" b="1" dirty="0"/>
              <a:t>		Sarbajeet Muduli (230301120242)</a:t>
            </a:r>
          </a:p>
          <a:p>
            <a:r>
              <a:rPr lang="en-GB" b="1" dirty="0"/>
              <a:t>		Sanjeev Swain     (230301120254)</a:t>
            </a:r>
          </a:p>
          <a:p>
            <a:r>
              <a:rPr lang="en-GB" b="1" dirty="0"/>
              <a:t>		Ayman Ahmed    (230301120285)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3324" y="1743341"/>
            <a:ext cx="4819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      </a:t>
            </a:r>
            <a:r>
              <a:rPr lang="en-GB" dirty="0">
                <a:latin typeface="Arial Narrow" panose="020B0606020202030204" pitchFamily="34" charset="0"/>
              </a:rPr>
              <a:t>“Under The Supervision Of”</a:t>
            </a:r>
          </a:p>
          <a:p>
            <a:r>
              <a:rPr lang="en-GB" dirty="0">
                <a:latin typeface="Arial Black" panose="020B0A04020102020204" pitchFamily="34" charset="0"/>
              </a:rPr>
              <a:t>        DR. Chinmayee Dora</a:t>
            </a:r>
          </a:p>
          <a:p>
            <a:r>
              <a:rPr lang="en-GB" dirty="0"/>
              <a:t>	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05" y="99060"/>
            <a:ext cx="1168496" cy="113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184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05" y="167640"/>
            <a:ext cx="1168496" cy="11363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EE3844-B70F-AC29-CC58-8FA1BEC06F69}"/>
              </a:ext>
            </a:extLst>
          </p:cNvPr>
          <p:cNvSpPr txBox="1"/>
          <p:nvPr/>
        </p:nvSpPr>
        <p:spPr>
          <a:xfrm>
            <a:off x="1800809" y="1221910"/>
            <a:ext cx="1049382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Sarbajeet Muduli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( 230301120242 ) :- 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&amp; Training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Implemented YOLOv11m architecture, fine-tuned model parameters, and analyzed training performance (losses,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precision, recall).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Chinmaya Sahu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( 230301120220 ) :-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Preprocessing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Collected and cleaned road damage datasets (RDD2022), annotated data, split training/validation sets, and performed augmentation.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Arup Pattnaik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( 230301120224 ) :- 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Optimization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Combined YOLOv11m with SAM segmentation model, optimized inference speed, and implemented post-processing for final mask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Sanjeev Swain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( 230301120254 ) :- 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Presentation, Documentation &amp; Results Visualization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Prepared PowerPoint, summarized methodology, created charts (loss curves, detection visuals), and wrote final report.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Ayman Ahmed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( 230301120285 ):-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Configured training environment (Software), monitored model training, evaluated confusion matrices, and PR curves.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522E9-87F4-2B8C-AA76-9724715EDF2F}"/>
              </a:ext>
            </a:extLst>
          </p:cNvPr>
          <p:cNvSpPr txBox="1"/>
          <p:nvPr/>
        </p:nvSpPr>
        <p:spPr>
          <a:xfrm>
            <a:off x="2911151" y="298580"/>
            <a:ext cx="7931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CONTRIBUTION</a:t>
            </a:r>
          </a:p>
        </p:txBody>
      </p:sp>
    </p:spTree>
    <p:extLst>
      <p:ext uri="{BB962C8B-B14F-4D97-AF65-F5344CB8AC3E}">
        <p14:creationId xmlns:p14="http://schemas.microsoft.com/office/powerpoint/2010/main" val="427120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45892" y="1264778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OUTLINE:-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25966" y="2102265"/>
            <a:ext cx="42472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Introduction</a:t>
            </a:r>
          </a:p>
          <a:p>
            <a:r>
              <a:rPr lang="en-GB" sz="2800" dirty="0"/>
              <a:t>Dataset Description</a:t>
            </a:r>
          </a:p>
          <a:p>
            <a:r>
              <a:rPr lang="en-GB" sz="2800" dirty="0"/>
              <a:t>Experimental Setup</a:t>
            </a:r>
          </a:p>
          <a:p>
            <a:r>
              <a:rPr lang="en-GB" sz="2800" dirty="0"/>
              <a:t>Methodology</a:t>
            </a:r>
          </a:p>
          <a:p>
            <a:r>
              <a:rPr lang="en-GB" sz="2800" dirty="0"/>
              <a:t>Model Workflow</a:t>
            </a:r>
          </a:p>
          <a:p>
            <a:r>
              <a:rPr lang="en-GB" sz="2800" dirty="0"/>
              <a:t>Results</a:t>
            </a:r>
          </a:p>
          <a:p>
            <a:endParaRPr lang="en-GB" sz="2800" dirty="0"/>
          </a:p>
          <a:p>
            <a:endParaRPr lang="en-GB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45" y="128446"/>
            <a:ext cx="1168496" cy="113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3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0741" y="1456555"/>
            <a:ext cx="8915400" cy="178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Statement:-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 damages such as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cracks, potholes, and surface deformations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directly affect road safety and driving comfort.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inspection methods are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manual, time-consuming, and error-prone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large-scale monitoring impractical.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5714" y="490251"/>
            <a:ext cx="7492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65" y="106680"/>
            <a:ext cx="1168496" cy="11363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380867-D05A-1D2D-34A5-596698F51DA9}"/>
              </a:ext>
            </a:extLst>
          </p:cNvPr>
          <p:cNvSpPr txBox="1"/>
          <p:nvPr/>
        </p:nvSpPr>
        <p:spPr>
          <a:xfrm>
            <a:off x="2817845" y="3429000"/>
            <a:ext cx="85655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automated, real-time, and accurate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and assess road damage using computer vision.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(You Only Look Once)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offer fast and reliable object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 (Segment Anything Model)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precisely localize and outline the damaged regions.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49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3851" y="554573"/>
            <a:ext cx="5375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754346"/>
              </p:ext>
            </p:extLst>
          </p:nvPr>
        </p:nvGraphicFramePr>
        <p:xfrm>
          <a:off x="1530220" y="1412934"/>
          <a:ext cx="10496940" cy="5424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8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72">
                <a:tc>
                  <a:txBody>
                    <a:bodyPr/>
                    <a:lstStyle/>
                    <a:p>
                      <a:r>
                        <a:rPr lang="en-GB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GB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Name 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RDD2022 (India subset)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Image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72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9,200 images captured from Indian roads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303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Damage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D00 – Longitudinal cracks </a:t>
                      </a:r>
                    </a:p>
                    <a:p>
                      <a:r>
                        <a:rPr lang="en-US" dirty="0"/>
                        <a:t>D10 – Transverse cracks </a:t>
                      </a:r>
                    </a:p>
                    <a:p>
                      <a:r>
                        <a:rPr lang="en-US" dirty="0"/>
                        <a:t>D20 – Alligator cracks </a:t>
                      </a:r>
                    </a:p>
                    <a:p>
                      <a:r>
                        <a:rPr lang="en-US" dirty="0"/>
                        <a:t>D40 – Potholes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792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image contains YOLO-format bounding box annotations for road damage regions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4526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train and evaluate YOLOv11m and SAM models for automatic detection and segmentation of Indian road damages under diverse lighting and texture conditions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05" y="129540"/>
            <a:ext cx="1168496" cy="113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4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60607" y="356852"/>
            <a:ext cx="6088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268758"/>
              </p:ext>
            </p:extLst>
          </p:nvPr>
        </p:nvGraphicFramePr>
        <p:xfrm>
          <a:off x="1897253" y="1436382"/>
          <a:ext cx="9665864" cy="439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2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624">
                <a:tc>
                  <a:txBody>
                    <a:bodyPr/>
                    <a:lstStyle/>
                    <a:p>
                      <a:r>
                        <a:rPr lang="en-GB" dirty="0"/>
                        <a:t>Stage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624">
                <a:tc>
                  <a:txBody>
                    <a:bodyPr/>
                    <a:lstStyle/>
                    <a:p>
                      <a:r>
                        <a:rPr lang="en-GB" dirty="0"/>
                        <a:t>Train-Test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70% training (6,440 images) / 20% validation (1,830 images) / 10% testing (930 images)</a:t>
                      </a:r>
                      <a:endParaRPr lang="en-GB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624">
                <a:tc>
                  <a:txBody>
                    <a:bodyPr/>
                    <a:lstStyle/>
                    <a:p>
                      <a:r>
                        <a:rPr lang="en-GB" dirty="0"/>
                        <a:t>Image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640×640 (YOLO-compatible).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624">
                <a:tc>
                  <a:txBody>
                    <a:bodyPr/>
                    <a:lstStyle/>
                    <a:p>
                      <a:r>
                        <a:rPr lang="en-GB" dirty="0"/>
                        <a:t>Augmentations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Horizontal/vertical flips, rotations, brightness &amp; contrast adjustment, mosaic, blur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4842">
                <a:tc>
                  <a:txBody>
                    <a:bodyPr/>
                    <a:lstStyle/>
                    <a:p>
                      <a:r>
                        <a:rPr lang="en-GB" dirty="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YOOLOv11m (pretrained on COCO), </a:t>
                      </a:r>
                    </a:p>
                    <a:p>
                      <a:r>
                        <a:rPr lang="en-US" dirty="0"/>
                        <a:t>50 epochs, batch size 16, </a:t>
                      </a:r>
                    </a:p>
                    <a:p>
                      <a:r>
                        <a:rPr lang="en-US" dirty="0"/>
                        <a:t>learning rate 0.001 (trained on GPU)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4842">
                <a:tc>
                  <a:txBody>
                    <a:bodyPr/>
                    <a:lstStyle/>
                    <a:p>
                      <a:r>
                        <a:rPr lang="en-GB" dirty="0"/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Precision, Recall, F1-score, </a:t>
                      </a:r>
                    </a:p>
                    <a:p>
                      <a:r>
                        <a:rPr lang="en-US" dirty="0"/>
                        <a:t>mAP@50, mAP@50–95, </a:t>
                      </a:r>
                    </a:p>
                    <a:p>
                      <a:r>
                        <a:rPr lang="en-US" dirty="0"/>
                        <a:t>Confusion Matrix.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25" y="106680"/>
            <a:ext cx="1168496" cy="113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85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65957" y="430452"/>
            <a:ext cx="5383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477353"/>
              </p:ext>
            </p:extLst>
          </p:nvPr>
        </p:nvGraphicFramePr>
        <p:xfrm>
          <a:off x="951721" y="1326739"/>
          <a:ext cx="10926148" cy="4972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3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258">
                <a:tc>
                  <a:txBody>
                    <a:bodyPr/>
                    <a:lstStyle/>
                    <a:p>
                      <a:r>
                        <a:rPr lang="en-GB" b="1" dirty="0"/>
                        <a:t>Step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458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Images of Indian roads with cracks and potholes collected from the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RDD2020 (India subset)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dataset.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9495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Images resized to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640×640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normalized, cleaned, and converted to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YOLO-compatible format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9495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horizontal/vertical flips, rotations, brightness &amp; contrast adjustments, mosaic, and blur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improve model generalization.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9495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YOLOv11m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(pretrained on COCO) for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epochs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batch size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learning rate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with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stopping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GPU.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458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Segmentation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 (Segment Anything Model)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zero-shot mode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generate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pixel-level segmentation masks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YOLO-detected regions for fine-grained visualization.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13" y="123896"/>
            <a:ext cx="1168496" cy="113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56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05" y="266700"/>
            <a:ext cx="1168496" cy="1136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C3454C-1277-1AD2-1FAD-06E597717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726" y="441960"/>
            <a:ext cx="6849673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3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12367" y="432195"/>
            <a:ext cx="598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2321" y="570859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65" y="175260"/>
            <a:ext cx="1123295" cy="10923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C1B6E9-B943-1049-758D-CEFAE70B7C04}"/>
              </a:ext>
            </a:extLst>
          </p:cNvPr>
          <p:cNvSpPr txBox="1"/>
          <p:nvPr/>
        </p:nvSpPr>
        <p:spPr>
          <a:xfrm>
            <a:off x="690776" y="1541956"/>
            <a:ext cx="54831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Training performance -</a:t>
            </a:r>
          </a:p>
          <a:p>
            <a:r>
              <a:rPr lang="en-US" dirty="0"/>
              <a:t>• </a:t>
            </a:r>
            <a:r>
              <a:rPr lang="en-US" b="1" dirty="0"/>
              <a:t>Final Training Losses</a:t>
            </a:r>
            <a:r>
              <a:rPr lang="en-US" dirty="0"/>
              <a:t>:</a:t>
            </a:r>
          </a:p>
          <a:p>
            <a:r>
              <a:rPr lang="en-US" dirty="0"/>
              <a:t>– Box loss: 1.60</a:t>
            </a:r>
          </a:p>
          <a:p>
            <a:r>
              <a:rPr lang="en-US" dirty="0"/>
              <a:t>– Segmentation loss: 2.91</a:t>
            </a:r>
          </a:p>
          <a:p>
            <a:r>
              <a:rPr lang="en-US" dirty="0"/>
              <a:t>– Classification loss: 2.15</a:t>
            </a:r>
          </a:p>
          <a:p>
            <a:r>
              <a:rPr lang="en-US" dirty="0"/>
              <a:t>– DFL loss: 1.86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7E1EB-22A6-4835-E120-99A6E30E7E4E}"/>
              </a:ext>
            </a:extLst>
          </p:cNvPr>
          <p:cNvSpPr txBox="1"/>
          <p:nvPr/>
        </p:nvSpPr>
        <p:spPr>
          <a:xfrm>
            <a:off x="8192278" y="1679510"/>
            <a:ext cx="33748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Precision, Recall, and </a:t>
            </a:r>
            <a:r>
              <a:rPr lang="en-IN" b="1" dirty="0" err="1"/>
              <a:t>mAP</a:t>
            </a:r>
            <a:r>
              <a:rPr lang="en-IN" b="1" dirty="0"/>
              <a:t> </a:t>
            </a:r>
            <a:r>
              <a:rPr lang="en-IN" dirty="0"/>
              <a:t>–</a:t>
            </a:r>
          </a:p>
          <a:p>
            <a:r>
              <a:rPr lang="en-US" dirty="0"/>
              <a:t>• Precision (B): 0.589</a:t>
            </a:r>
          </a:p>
          <a:p>
            <a:r>
              <a:rPr lang="en-US" dirty="0"/>
              <a:t>• Recall (B): 0.279</a:t>
            </a:r>
          </a:p>
          <a:p>
            <a:r>
              <a:rPr lang="en-US" dirty="0"/>
              <a:t>• mAP@50 (B): 0.284</a:t>
            </a:r>
          </a:p>
          <a:p>
            <a:r>
              <a:rPr lang="en-US" dirty="0"/>
              <a:t>• mAP@50-95 (B): 0.145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3ED0EE-86BB-288F-F077-3A2D9BA47147}"/>
              </a:ext>
            </a:extLst>
          </p:cNvPr>
          <p:cNvSpPr txBox="1"/>
          <p:nvPr/>
        </p:nvSpPr>
        <p:spPr>
          <a:xfrm>
            <a:off x="3976802" y="1515099"/>
            <a:ext cx="31870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Validation Losses:</a:t>
            </a:r>
          </a:p>
          <a:p>
            <a:r>
              <a:rPr lang="en-US" dirty="0"/>
              <a:t>– Box loss: 1.59</a:t>
            </a:r>
          </a:p>
          <a:p>
            <a:r>
              <a:rPr lang="en-US" dirty="0"/>
              <a:t>– Segmentation loss: 2.91</a:t>
            </a:r>
          </a:p>
          <a:p>
            <a:r>
              <a:rPr lang="en-US" dirty="0"/>
              <a:t>– Classification loss: 2.15</a:t>
            </a:r>
          </a:p>
          <a:p>
            <a:r>
              <a:rPr lang="en-US" dirty="0"/>
              <a:t>– DFL loss: 1.88</a:t>
            </a:r>
          </a:p>
          <a:p>
            <a:r>
              <a:rPr lang="en-US" dirty="0"/>
              <a:t>• Learning Rate: 6.2 × 10−5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73A91D-66FA-F9D1-DB4B-FA6599573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706" y="3429000"/>
            <a:ext cx="10134289" cy="331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8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2110562" y="4495087"/>
            <a:ext cx="81838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Confusion Matrix:</a:t>
            </a:r>
            <a:r>
              <a:rPr lang="en-US" dirty="0"/>
              <a:t> Strong detection accuracy for D20 (Alligator cracks) and D40 (Potholes), with slight confusion between D00 and D10 (fine cracks).</a:t>
            </a:r>
          </a:p>
          <a:p>
            <a:r>
              <a:rPr lang="en-US" b="1" dirty="0"/>
              <a:t>PR Curves:</a:t>
            </a:r>
            <a:r>
              <a:rPr lang="en-US" dirty="0"/>
              <a:t> PR and F1 curves show higher precision for D20/D40, while D00 (thin cracks) shows lower recall due to low visibility and narrow width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65" y="160020"/>
            <a:ext cx="1168496" cy="1136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26C3BF-A237-3D8A-F4BC-3ED5556A3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562" y="1439583"/>
            <a:ext cx="3436798" cy="2988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2688BF-E914-D96F-C781-070731042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43" y="1639635"/>
            <a:ext cx="4582599" cy="278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8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84825E-EC03-4722-8283-74EC8EECC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C04A4164-FDD3-4AE9-8129-4E1B921E2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242BA971-550B-4D73-A876-FA172A0C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52F4EE2-AD57-433A-87C2-B1418FE22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18466F3-BDB0-4394-BA4A-CF39BF690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B5012CA-30F7-4EAF-9345-0EC48D013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F1CEB021-8D0F-48F1-947A-7F206BE2D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03D5F265-52CB-44C4-AC6C-690E2BAFF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AC865DC3-14CF-426B-B727-540299B5F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28D0689D-31AE-4EAE-8B89-90DCD47F1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17172BB3-0B74-4B5A-B1FC-09313DAC3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4BF584C-D8EA-4C47-98AB-CDD5EB007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124EB1F1-5E4E-4599-A171-9D77920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209368F-1AD1-453A-8026-F04870973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0E69BFA4-17AB-4ABA-8D3C-631A60BE0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4292D11E-0C01-4D2E-B100-948220935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A3A4E547-348A-4729-AC00-1E84D8AD92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AE8EC33A-BF4E-4E28-A2F7-033DBBC9D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38008CFA-8ADB-4AAB-8B54-AB4FE356C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F204F925-C7EB-4729-AB29-7487C8ED8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1B850771-3B79-4C27-9CC3-3CBFA90C0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565B2F18-C5EF-495D-AF6F-226B7CA9D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BCA4A062-5E82-4F21-BEBB-7E3C4405C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85F9DBD7-D46E-42F2-96B1-B9EE44691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098B143F-4C52-4FCA-AC4A-E9BEA91C7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A3617AF3-1F02-4D51-9908-2C09CAAB0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76CA6318-3044-4469-954D-B2AD9DE3B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A0AB96DE-D383-4C34-8E56-500D64DE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12D70-A144-4D60-4B99-CD5B79E401EA}"/>
              </a:ext>
            </a:extLst>
          </p:cNvPr>
          <p:cNvSpPr txBox="1"/>
          <p:nvPr/>
        </p:nvSpPr>
        <p:spPr>
          <a:xfrm>
            <a:off x="1632701" y="600582"/>
            <a:ext cx="10467183" cy="734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457200">
              <a:spcBef>
                <a:spcPts val="1000"/>
              </a:spcBef>
              <a:buClr>
                <a:schemeClr val="accent1"/>
              </a:buClr>
            </a:pP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 Segmentation Evaluation (Zero-Shot Performance on RDD2020 India)</a:t>
            </a:r>
            <a:endParaRPr lang="en-US" sz="2400" u="sn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962D5774-D6F2-2254-DC8E-80593A52B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33" y="1637297"/>
            <a:ext cx="5024820" cy="2801337"/>
          </a:xfrm>
          <a:prstGeom prst="rect">
            <a:avLst/>
          </a:prstGeom>
        </p:spPr>
      </p:pic>
      <p:pic>
        <p:nvPicPr>
          <p:cNvPr id="8" name="Picture 7" descr="A graph of coverage versus threshold&#10;&#10;AI-generated content may be incorrect.">
            <a:extLst>
              <a:ext uri="{FF2B5EF4-FFF2-40B4-BE49-F238E27FC236}">
                <a16:creationId xmlns:a16="http://schemas.microsoft.com/office/drawing/2014/main" id="{EDBA0136-0B27-0100-A416-746625D7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518" y="1596713"/>
            <a:ext cx="5120579" cy="2841921"/>
          </a:xfrm>
          <a:prstGeom prst="rect">
            <a:avLst/>
          </a:prstGeom>
        </p:spPr>
      </p:pic>
      <p:pic>
        <p:nvPicPr>
          <p:cNvPr id="5" name="Picture 4" descr="A logo of a university&#10;&#10;AI-generated content may be incorrect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05" y="151728"/>
            <a:ext cx="1168496" cy="11363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682DE4-6C33-A424-3436-03D3CDAA7DB4}"/>
              </a:ext>
            </a:extLst>
          </p:cNvPr>
          <p:cNvSpPr txBox="1"/>
          <p:nvPr/>
        </p:nvSpPr>
        <p:spPr>
          <a:xfrm>
            <a:off x="3049931" y="5067939"/>
            <a:ext cx="84979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precise segmentation masks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D20 (Alligator cracks)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D40 (Potholes)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high area coverage.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difficulty segmenting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 (Longitudinal cracks)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narrow width and low pixel contrast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pixel-level segmentation accuracy in zero-shot mode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requiring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retraining or labeled masks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70B0-C5B1-ABE3-FB55-B5BF3BF2A961}"/>
              </a:ext>
            </a:extLst>
          </p:cNvPr>
          <p:cNvSpPr txBox="1"/>
          <p:nvPr/>
        </p:nvSpPr>
        <p:spPr>
          <a:xfrm>
            <a:off x="2642774" y="4619203"/>
            <a:ext cx="816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Evaluated on YOLOv11m-detected regions using SAM segmentation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19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lage of a road&#10;&#10;AI-generated content may be incorrect.">
            <a:extLst>
              <a:ext uri="{FF2B5EF4-FFF2-40B4-BE49-F238E27FC236}">
                <a16:creationId xmlns:a16="http://schemas.microsoft.com/office/drawing/2014/main" id="{1DDF6467-083D-CB6B-8DEC-BECF20DE6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075" y="914399"/>
            <a:ext cx="4666569" cy="2344951"/>
          </a:xfrm>
          <a:prstGeom prst="rect">
            <a:avLst/>
          </a:prstGeom>
        </p:spPr>
      </p:pic>
      <p:pic>
        <p:nvPicPr>
          <p:cNvPr id="3" name="Picture 2" descr="A collage of a road&#10;&#10;AI-generated content may be incorrect.">
            <a:extLst>
              <a:ext uri="{FF2B5EF4-FFF2-40B4-BE49-F238E27FC236}">
                <a16:creationId xmlns:a16="http://schemas.microsoft.com/office/drawing/2014/main" id="{EEE9DC86-C760-104C-FF83-B96825C9A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075" y="3259350"/>
            <a:ext cx="4666569" cy="2344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FD6A4F-6D53-CC4F-A019-E77AF21FDBEE}"/>
              </a:ext>
            </a:extLst>
          </p:cNvPr>
          <p:cNvSpPr txBox="1"/>
          <p:nvPr/>
        </p:nvSpPr>
        <p:spPr>
          <a:xfrm>
            <a:off x="798514" y="1181858"/>
            <a:ext cx="667530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Results Visualization (RDD2020 India)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YOLOv11m + SAM pipeline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accurately detected and segmented road damages (D00–D40) on the RDD2020 (India) validation 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SAM significantly reduced manual annotation effort and enhanced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clarity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detected damage regions through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pixel-level segmentation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successfully localized diverse damage types across varied lighting and road textures.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visualizations generated directly from YOLOv11m detections with SAM overlays applied in zero-shot mode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124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A598F5-E865-C8AC-76DA-EAD366C15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0" y="1036320"/>
            <a:ext cx="7741919" cy="5486399"/>
          </a:xfrm>
          <a:prstGeom prst="rect">
            <a:avLst/>
          </a:prstGeom>
        </p:spPr>
      </p:pic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5E682F20-A67B-2B3D-8864-A8E5E27243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05" y="179574"/>
            <a:ext cx="1168496" cy="113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31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93910" y="568473"/>
            <a:ext cx="6775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6979" y="1289980"/>
            <a:ext cx="895599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Maeda, H., Sekimoto, Y., Seto, T., Kashiyama, T., &amp; Omata, H. (2020).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Damage Detection and Classification Using Deep Neural Networks with Smartphone Images.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Computer-Aided Civil and Infrastructure Engineering, 35(3), 213–228.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(RDD2020 Dataset Source)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Kirillov, A., Mintun, E., Ravi, N., Mao, H., Rolland, C., Gustafson, L., et al. (2023).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Anything.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arXiv:2304.02643.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(SAM model used for segmentation)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Redmon, J., &amp; Farhadi, A. (2018).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YOLOv3: An Incremental Improvement.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arXiv:1804.02767.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(YOLO detection model foundation)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Jocher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Team. (2025).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YOLOv11: Real-Time Object Detection Model.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Repository.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(Implementation reference for YOLOv11m)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85" y="231140"/>
            <a:ext cx="1168496" cy="113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6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3323" y="2922556"/>
            <a:ext cx="8813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02861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539</TotalTime>
  <Words>1116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Arial Narrow</vt:lpstr>
      <vt:lpstr>Century Gothic</vt:lpstr>
      <vt:lpstr>Times New Roman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Chintu</dc:creator>
  <cp:lastModifiedBy>SARBAJEET MUDULI</cp:lastModifiedBy>
  <cp:revision>22</cp:revision>
  <dcterms:created xsi:type="dcterms:W3CDTF">2025-11-03T13:02:36Z</dcterms:created>
  <dcterms:modified xsi:type="dcterms:W3CDTF">2025-11-05T06:40:16Z</dcterms:modified>
</cp:coreProperties>
</file>